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08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5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731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5B5FE6"/>
                </a:solidFill>
              </a:rPr>
              <a:t>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mobilă accesibilă pentru gestionarea anxietății la copii cu dizabilități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Vatamaniuc Karina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 a XI-a  •  InfoEducația 2026  •  Secțiunea Software Utilitar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pe care o rezolvăm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dintre copiii cu dizabilități prezintă tulburări de anxietate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Față de doar 8-18% la copiii fără dizabilități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(meta-analize în Child Psychiatry &amp; Human Development)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 nevoie de MindGuard: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Headspace nu sunt pentru copii cu dizabilități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Wysa nu permite utilizatori sub 13 ani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Aplicațiile populare costă 60-70$/an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Accesibilitatea reală e tratată superficial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Soluția: MindGuard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aplicație mobilă personalizată în funcție de tipul de dizabilitate al copilului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13716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6" name="Shape 4"/>
          <p:cNvSpPr/>
          <p:nvPr/>
        </p:nvSpPr>
        <p:spPr>
          <a:xfrm>
            <a:off x="1435608" y="1965960"/>
            <a:ext cx="731520" cy="73152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7" name="Text 5"/>
          <p:cNvSpPr/>
          <p:nvPr/>
        </p:nvSpPr>
        <p:spPr>
          <a:xfrm>
            <a:off x="143560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se adaptează în funcție de nevoile copilului (vizual, auditiv, motric, vorbire)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645920"/>
            <a:ext cx="2697480" cy="13716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5968" y="1965960"/>
            <a:ext cx="731520" cy="731520"/>
          </a:xfrm>
          <a:prstGeom prst="ellipse">
            <a:avLst/>
          </a:prstGeom>
          <a:solidFill>
            <a:srgbClr val="26C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 practice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Respirație ghidată, exerciții de calmare cu animații vizuale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9748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645920"/>
            <a:ext cx="2697480" cy="13716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96328" y="1965960"/>
            <a:ext cx="731520" cy="731520"/>
          </a:xfrm>
          <a:prstGeom prst="ellipse">
            <a:avLst/>
          </a:prstGeom>
          <a:solidFill>
            <a:srgbClr val="FF7E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9632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💬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337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moderat pentru a împărtăși experiențe și a primi sprijin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Funcționalitățile aplicației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personalizat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 nevoi specifice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 de respirație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Animate, cu temporizare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28016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Chestionar emoțional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Auto-evaluare în 4 pași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887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comunitar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Postări moderate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690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contrast înalt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Negru + galben pentru deficienți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063240"/>
            <a:ext cx="2697480" cy="1600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3063240"/>
            <a:ext cx="73152" cy="160020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5FE6"/>
                </a:solidFill>
              </a:rPr>
              <a:t>⚙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4944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Setări accesibilitate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Personalizabile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folosite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modern, open-source, cross-platform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Limbaj principal — clar, lizibil, parte din programa școlară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cross-platform UI (bazat pe Flutter). Android, iOS, Web, Desktop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exerciții temporizate fără blocarea interfeței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Versionare, colaborare, gestionare sarcini prin Issues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aplicației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unidirecțional inspirat din React/Flutter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6400800" cy="50292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prezentare (UI)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Flet — ecranele aplicației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logică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Tranziții, exerciții asyncio, procesare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971800"/>
            <a:ext cx="6400800" cy="50292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Stratul de stare (AppState)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pentru toate datele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429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611880"/>
            <a:ext cx="6400800" cy="50292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de teme (get_colors)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Paletă activă — comutare contrast înalt instant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Acțiunile utilizatorului → modifică starea → declanșează re-randarea UI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ne diferențiem de concurență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Pentru copii cu dizabilități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sub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Personalizare per dizabilitate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Parțial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Limba română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comunitar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eleve de clasa a XI-a, fiecare cu pasiunea și competențele ei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4904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3749040" cy="54864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UX Designer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Coordonare echipă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Cercetare utilizatori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UX &amp; wireframes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cu specialiști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 Instagram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749040" cy="310896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91640"/>
            <a:ext cx="3749040" cy="54864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Vatamaniuc Karina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Content Creator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889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Python/Flet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tehnică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 GitHub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Feature-uri accesibilitate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funcțională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Conținut vizual Instagram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și validarea datelor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Mecanisme de protecție pentru o aplicație destinată copiilor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32004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91440" cy="3200400"/>
          </a:xfrm>
          <a:prstGeom prst="rect">
            <a:avLst/>
          </a:prstGeom>
          <a:solidFill>
            <a:srgbClr val="26C6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Validarea input-ului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Funcția sanitize_text()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tip date (string)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 minimă: 3 caractere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 maximă: 500 caractere (protecție DoS)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Eliminare caractere de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cuvinte interzise (moderare)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32004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645920"/>
            <a:ext cx="91440" cy="3200400"/>
          </a:xfrm>
          <a:prstGeom prst="rect">
            <a:avLst/>
          </a:prstGeom>
          <a:solidFill>
            <a:srgbClr val="FF7E5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Tratarea excepțiilor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Blocuri try/except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add_post(): AttributeError + catch-all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start_exercise_timer(): CancelledError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finally pentru cleanup asyncio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durate exerciții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de eroare prietenoase utilizatorului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ce urmează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nostru nu se oprește la concurs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5B5F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Iunie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unitare, persistență SQLite, text-to-speech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Vară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Extindere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exerciții, lecții emoții, limba semnelor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6C6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Toamnă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Moderare forum, raportare, focus group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FF7E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Lansare publică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3977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Play, App Store, parteneriate ONG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5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contează MindGuard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"Anxietatea nu cunoaște granițe — afectează orice copil, indiferent de capacitățile sale fizice."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instrumentele de combatere a ei sunt, în prezent, disponibile aproape exclusiv pentru persoanele fără dizabilități.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347472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 MindGuard, facem un prim pas concret către corectarea acestui dezechilibru.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fiecare copil care merită să se simtă înțeles, în siguranță și în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Suntem deschise pentru întrebări și colaborări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743200" cy="100584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200400"/>
            <a:ext cx="2743200" cy="73152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945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@mind_guard_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2743200" cy="100584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200400"/>
            <a:ext cx="2743200" cy="73152"/>
          </a:xfrm>
          <a:prstGeom prst="rect">
            <a:avLst/>
          </a:prstGeom>
          <a:solidFill>
            <a:srgbClr val="5B5FE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5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github.com/chirilusanastasia-blip/MindGuard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Chirilus Anastasia  •  Vatamaniuc Karina  •  Clasa a XI-a  •  InfoEducația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689</Words>
  <Application>Microsoft Office PowerPoint</Application>
  <PresentationFormat>On-screen Show (16:9)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MindGuard - InfoEducația 2026</dc:title>
  <dc:subject>PptxGenJS Presentation</dc:subject>
  <dc:creator>Chirilus Anastasia &amp; Vatamaniuc Karina</dc:creator>
  <cp:lastModifiedBy>ANTONIE CHIRILUS</cp:lastModifiedBy>
  <cp:revision>2</cp:revision>
  <dcterms:created xsi:type="dcterms:W3CDTF">2026-05-15T20:10:40Z</dcterms:created>
  <dcterms:modified xsi:type="dcterms:W3CDTF">2026-05-21T17:45:08Z</dcterms:modified>
</cp:coreProperties>
</file>